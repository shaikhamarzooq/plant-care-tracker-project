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3" r:id="rId1"/>
  </p:sldMasterIdLst>
  <p:sldIdLst>
    <p:sldId id="259" r:id="rId2"/>
    <p:sldId id="257" r:id="rId3"/>
    <p:sldId id="258"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7EC62"/>
    <a:srgbClr val="79D5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9" d="100"/>
          <a:sy n="79"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27237A0-22AF-47D2-81E2-0B0EDFF7326D}"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6C8F61-E724-4395-A3B3-91B5F0AB9AEA}" type="slidenum">
              <a:rPr lang="en-US" smtClean="0"/>
              <a:t>‹#›</a:t>
            </a:fld>
            <a:endParaRPr lang="en-US"/>
          </a:p>
        </p:txBody>
      </p:sp>
    </p:spTree>
    <p:extLst>
      <p:ext uri="{BB962C8B-B14F-4D97-AF65-F5344CB8AC3E}">
        <p14:creationId xmlns:p14="http://schemas.microsoft.com/office/powerpoint/2010/main" val="40532808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7237A0-22AF-47D2-81E2-0B0EDFF7326D}"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6C8F61-E724-4395-A3B3-91B5F0AB9AEA}" type="slidenum">
              <a:rPr lang="en-US" smtClean="0"/>
              <a:t>‹#›</a:t>
            </a:fld>
            <a:endParaRPr lang="en-US"/>
          </a:p>
        </p:txBody>
      </p:sp>
    </p:spTree>
    <p:extLst>
      <p:ext uri="{BB962C8B-B14F-4D97-AF65-F5344CB8AC3E}">
        <p14:creationId xmlns:p14="http://schemas.microsoft.com/office/powerpoint/2010/main" val="2336439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7237A0-22AF-47D2-81E2-0B0EDFF7326D}"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6C8F61-E724-4395-A3B3-91B5F0AB9AEA}" type="slidenum">
              <a:rPr lang="en-US" smtClean="0"/>
              <a:t>‹#›</a:t>
            </a:fld>
            <a:endParaRPr lang="en-US"/>
          </a:p>
        </p:txBody>
      </p:sp>
    </p:spTree>
    <p:extLst>
      <p:ext uri="{BB962C8B-B14F-4D97-AF65-F5344CB8AC3E}">
        <p14:creationId xmlns:p14="http://schemas.microsoft.com/office/powerpoint/2010/main" val="422127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27237A0-22AF-47D2-81E2-0B0EDFF7326D}" type="datetimeFigureOut">
              <a:rPr lang="en-US" smtClean="0"/>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6C8F61-E724-4395-A3B3-91B5F0AB9AEA}" type="slidenum">
              <a:rPr lang="en-US" smtClean="0"/>
              <a:t>‹#›</a:t>
            </a:fld>
            <a:endParaRPr lang="en-US"/>
          </a:p>
        </p:txBody>
      </p:sp>
    </p:spTree>
    <p:extLst>
      <p:ext uri="{BB962C8B-B14F-4D97-AF65-F5344CB8AC3E}">
        <p14:creationId xmlns:p14="http://schemas.microsoft.com/office/powerpoint/2010/main" val="1728713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27237A0-22AF-47D2-81E2-0B0EDFF7326D}" type="datetimeFigureOut">
              <a:rPr lang="en-US" smtClean="0"/>
              <a:t>4/14/2026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86C8F61-E724-4395-A3B3-91B5F0AB9AEA}" type="slidenum">
              <a:rPr lang="en-US" smtClean="0"/>
              <a:t>‹#›</a:t>
            </a:fld>
            <a:endParaRPr lang="en-US"/>
          </a:p>
        </p:txBody>
      </p:sp>
    </p:spTree>
    <p:extLst>
      <p:ext uri="{BB962C8B-B14F-4D97-AF65-F5344CB8AC3E}">
        <p14:creationId xmlns:p14="http://schemas.microsoft.com/office/powerpoint/2010/main" val="4520174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27237A0-22AF-47D2-81E2-0B0EDFF7326D}" type="datetimeFigureOut">
              <a:rPr lang="en-US" smtClean="0"/>
              <a:t>4/14/2026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86C8F61-E724-4395-A3B3-91B5F0AB9AEA}" type="slidenum">
              <a:rPr lang="en-US" smtClean="0"/>
              <a:t>‹#›</a:t>
            </a:fld>
            <a:endParaRPr lang="en-US"/>
          </a:p>
        </p:txBody>
      </p:sp>
    </p:spTree>
    <p:extLst>
      <p:ext uri="{BB962C8B-B14F-4D97-AF65-F5344CB8AC3E}">
        <p14:creationId xmlns:p14="http://schemas.microsoft.com/office/powerpoint/2010/main" val="2250065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7237A0-22AF-47D2-81E2-0B0EDFF7326D}" type="datetimeFigureOut">
              <a:rPr lang="en-US" smtClean="0"/>
              <a:t>4/14/2026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86C8F61-E724-4395-A3B3-91B5F0AB9AEA}" type="slidenum">
              <a:rPr lang="en-US" smtClean="0"/>
              <a:t>‹#›</a:t>
            </a:fld>
            <a:endParaRPr lang="en-US"/>
          </a:p>
        </p:txBody>
      </p:sp>
    </p:spTree>
    <p:extLst>
      <p:ext uri="{BB962C8B-B14F-4D97-AF65-F5344CB8AC3E}">
        <p14:creationId xmlns:p14="http://schemas.microsoft.com/office/powerpoint/2010/main" val="2775667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27237A0-22AF-47D2-81E2-0B0EDFF7326D}" type="datetimeFigureOut">
              <a:rPr lang="en-US" smtClean="0"/>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6C8F61-E724-4395-A3B3-91B5F0AB9AEA}" type="slidenum">
              <a:rPr lang="en-US" smtClean="0"/>
              <a:t>‹#›</a:t>
            </a:fld>
            <a:endParaRPr lang="en-US"/>
          </a:p>
        </p:txBody>
      </p:sp>
    </p:spTree>
    <p:extLst>
      <p:ext uri="{BB962C8B-B14F-4D97-AF65-F5344CB8AC3E}">
        <p14:creationId xmlns:p14="http://schemas.microsoft.com/office/powerpoint/2010/main" val="959150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27237A0-22AF-47D2-81E2-0B0EDFF7326D}" type="datetimeFigureOut">
              <a:rPr lang="en-US" smtClean="0"/>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6C8F61-E724-4395-A3B3-91B5F0AB9AEA}" type="slidenum">
              <a:rPr lang="en-US" smtClean="0"/>
              <a:t>‹#›</a:t>
            </a:fld>
            <a:endParaRPr lang="en-US"/>
          </a:p>
        </p:txBody>
      </p:sp>
    </p:spTree>
    <p:extLst>
      <p:ext uri="{BB962C8B-B14F-4D97-AF65-F5344CB8AC3E}">
        <p14:creationId xmlns:p14="http://schemas.microsoft.com/office/powerpoint/2010/main" val="32110855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7237A0-22AF-47D2-81E2-0B0EDFF7326D}"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6C8F61-E724-4395-A3B3-91B5F0AB9AEA}" type="slidenum">
              <a:rPr lang="en-US" smtClean="0"/>
              <a:t>‹#›</a:t>
            </a:fld>
            <a:endParaRPr lang="en-US"/>
          </a:p>
        </p:txBody>
      </p:sp>
    </p:spTree>
    <p:extLst>
      <p:ext uri="{BB962C8B-B14F-4D97-AF65-F5344CB8AC3E}">
        <p14:creationId xmlns:p14="http://schemas.microsoft.com/office/powerpoint/2010/main" val="4059302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7237A0-22AF-47D2-81E2-0B0EDFF7326D}"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6C8F61-E724-4395-A3B3-91B5F0AB9AEA}"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1806385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7237A0-22AF-47D2-81E2-0B0EDFF7326D}"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6C8F61-E724-4395-A3B3-91B5F0AB9AEA}" type="slidenum">
              <a:rPr lang="en-US" smtClean="0"/>
              <a:t>‹#›</a:t>
            </a:fld>
            <a:endParaRPr lang="en-US"/>
          </a:p>
        </p:txBody>
      </p:sp>
    </p:spTree>
    <p:extLst>
      <p:ext uri="{BB962C8B-B14F-4D97-AF65-F5344CB8AC3E}">
        <p14:creationId xmlns:p14="http://schemas.microsoft.com/office/powerpoint/2010/main" val="6674392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7237A0-22AF-47D2-81E2-0B0EDFF7326D}"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6C8F61-E724-4395-A3B3-91B5F0AB9AEA}"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1896880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7237A0-22AF-47D2-81E2-0B0EDFF7326D}"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6C8F61-E724-4395-A3B3-91B5F0AB9AEA}" type="slidenum">
              <a:rPr lang="en-US" smtClean="0"/>
              <a:t>‹#›</a:t>
            </a:fld>
            <a:endParaRPr lang="en-US"/>
          </a:p>
        </p:txBody>
      </p:sp>
    </p:spTree>
    <p:extLst>
      <p:ext uri="{BB962C8B-B14F-4D97-AF65-F5344CB8AC3E}">
        <p14:creationId xmlns:p14="http://schemas.microsoft.com/office/powerpoint/2010/main" val="29483328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7237A0-22AF-47D2-81E2-0B0EDFF7326D}"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6C8F61-E724-4395-A3B3-91B5F0AB9AEA}" type="slidenum">
              <a:rPr lang="en-US" smtClean="0"/>
              <a:t>‹#›</a:t>
            </a:fld>
            <a:endParaRPr lang="en-US"/>
          </a:p>
        </p:txBody>
      </p:sp>
    </p:spTree>
    <p:extLst>
      <p:ext uri="{BB962C8B-B14F-4D97-AF65-F5344CB8AC3E}">
        <p14:creationId xmlns:p14="http://schemas.microsoft.com/office/powerpoint/2010/main" val="26070084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7237A0-22AF-47D2-81E2-0B0EDFF7326D}"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6C8F61-E724-4395-A3B3-91B5F0AB9AEA}" type="slidenum">
              <a:rPr lang="en-US" smtClean="0"/>
              <a:t>‹#›</a:t>
            </a:fld>
            <a:endParaRPr lang="en-US"/>
          </a:p>
        </p:txBody>
      </p:sp>
    </p:spTree>
    <p:extLst>
      <p:ext uri="{BB962C8B-B14F-4D97-AF65-F5344CB8AC3E}">
        <p14:creationId xmlns:p14="http://schemas.microsoft.com/office/powerpoint/2010/main" val="521568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27237A0-22AF-47D2-81E2-0B0EDFF7326D}" type="datetimeFigureOut">
              <a:rPr lang="en-US" smtClean="0"/>
              <a:t>4/14/2026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86C8F61-E724-4395-A3B3-91B5F0AB9AEA}" type="slidenum">
              <a:rPr lang="en-US" smtClean="0"/>
              <a:t>‹#›</a:t>
            </a:fld>
            <a:endParaRPr lang="en-US"/>
          </a:p>
        </p:txBody>
      </p:sp>
    </p:spTree>
    <p:extLst>
      <p:ext uri="{BB962C8B-B14F-4D97-AF65-F5344CB8AC3E}">
        <p14:creationId xmlns:p14="http://schemas.microsoft.com/office/powerpoint/2010/main" val="135179023"/>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 id="2147483737" r:id="rId14"/>
    <p:sldLayoutId id="2147483738" r:id="rId15"/>
    <p:sldLayoutId id="214748373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CB349-24C0-BC8C-152F-525E9D9508FC}"/>
              </a:ext>
            </a:extLst>
          </p:cNvPr>
          <p:cNvSpPr>
            <a:spLocks noGrp="1"/>
          </p:cNvSpPr>
          <p:nvPr>
            <p:ph type="title"/>
          </p:nvPr>
        </p:nvSpPr>
        <p:spPr/>
        <p:txBody>
          <a:bodyPr/>
          <a:lstStyle/>
          <a:p>
            <a:r>
              <a:rPr kumimoji="0" lang="en-US" sz="6000" b="0" i="0" u="none" strike="noStrike" kern="1200" cap="none" spc="0" normalizeH="0" baseline="0" noProof="0" dirty="0">
                <a:ln>
                  <a:noFill/>
                </a:ln>
                <a:solidFill>
                  <a:srgbClr val="54A021">
                    <a:lumMod val="75000"/>
                  </a:srgbClr>
                </a:solidFill>
                <a:effectLst/>
                <a:uLnTx/>
                <a:uFillTx/>
                <a:latin typeface="Trebuchet MS" panose="020B0603020202020204"/>
                <a:ea typeface="+mj-ea"/>
                <a:cs typeface="+mj-cs"/>
              </a:rPr>
              <a:t>Plant care tracker app</a:t>
            </a:r>
            <a:endParaRPr lang="en-US" dirty="0"/>
          </a:p>
        </p:txBody>
      </p:sp>
      <p:sp>
        <p:nvSpPr>
          <p:cNvPr id="3" name="Content Placeholder 2">
            <a:extLst>
              <a:ext uri="{FF2B5EF4-FFF2-40B4-BE49-F238E27FC236}">
                <a16:creationId xmlns:a16="http://schemas.microsoft.com/office/drawing/2014/main" id="{874CD8D0-2ECA-B008-C1F1-90D491C6FD87}"/>
              </a:ext>
            </a:extLst>
          </p:cNvPr>
          <p:cNvSpPr>
            <a:spLocks noGrp="1"/>
          </p:cNvSpPr>
          <p:nvPr>
            <p:ph idx="1"/>
          </p:nvPr>
        </p:nvSpPr>
        <p:spPr/>
        <p:txBody>
          <a:bodyPr>
            <a:normAutofit/>
          </a:bodyPr>
          <a:lstStyle/>
          <a:p>
            <a:pPr marL="0" indent="0" algn="ctr">
              <a:buNone/>
            </a:pPr>
            <a:r>
              <a:rPr lang="en-US" sz="4000" dirty="0">
                <a:solidFill>
                  <a:schemeClr val="accent2">
                    <a:lumMod val="60000"/>
                    <a:lumOff val="40000"/>
                  </a:schemeClr>
                </a:solidFill>
              </a:rPr>
              <a:t>   Group members</a:t>
            </a:r>
          </a:p>
          <a:p>
            <a:pPr marL="0" indent="0" algn="ctr">
              <a:buNone/>
            </a:pPr>
            <a:endParaRPr lang="en-US" sz="4000" dirty="0">
              <a:solidFill>
                <a:schemeClr val="accent2">
                  <a:lumMod val="60000"/>
                  <a:lumOff val="40000"/>
                </a:schemeClr>
              </a:solidFill>
            </a:endParaRPr>
          </a:p>
          <a:p>
            <a:r>
              <a:rPr lang="en-US" sz="4000" dirty="0">
                <a:solidFill>
                  <a:schemeClr val="accent2">
                    <a:lumMod val="60000"/>
                    <a:lumOff val="40000"/>
                  </a:schemeClr>
                </a:solidFill>
              </a:rPr>
              <a:t>Hussain Abdali Maki Radhi Ahmed</a:t>
            </a:r>
          </a:p>
          <a:p>
            <a:r>
              <a:rPr lang="en-US" sz="4000">
                <a:solidFill>
                  <a:schemeClr val="accent2">
                    <a:lumMod val="60000"/>
                    <a:lumOff val="40000"/>
                  </a:schemeClr>
                </a:solidFill>
              </a:rPr>
              <a:t>Shaikha Marzooq</a:t>
            </a:r>
            <a:endParaRPr lang="en-US" sz="4000" dirty="0">
              <a:solidFill>
                <a:schemeClr val="accent2">
                  <a:lumMod val="60000"/>
                  <a:lumOff val="40000"/>
                </a:schemeClr>
              </a:solidFill>
            </a:endParaRPr>
          </a:p>
          <a:p>
            <a:r>
              <a:rPr lang="en-US" sz="4000" dirty="0">
                <a:solidFill>
                  <a:schemeClr val="accent2">
                    <a:lumMod val="60000"/>
                    <a:lumOff val="40000"/>
                  </a:schemeClr>
                </a:solidFill>
              </a:rPr>
              <a:t>Fatima Ayoob</a:t>
            </a:r>
          </a:p>
          <a:p>
            <a:pPr marL="0" indent="0">
              <a:buNone/>
            </a:pPr>
            <a:endParaRPr lang="en-US" sz="4000" dirty="0">
              <a:solidFill>
                <a:schemeClr val="accent2">
                  <a:lumMod val="60000"/>
                  <a:lumOff val="40000"/>
                </a:schemeClr>
              </a:solidFill>
            </a:endParaRPr>
          </a:p>
          <a:p>
            <a:endParaRPr lang="en-US" sz="4000" dirty="0">
              <a:solidFill>
                <a:schemeClr val="accent2">
                  <a:lumMod val="60000"/>
                  <a:lumOff val="40000"/>
                </a:schemeClr>
              </a:solidFill>
            </a:endParaRPr>
          </a:p>
          <a:p>
            <a:endParaRPr lang="en-US" sz="4000" dirty="0"/>
          </a:p>
        </p:txBody>
      </p:sp>
    </p:spTree>
    <p:extLst>
      <p:ext uri="{BB962C8B-B14F-4D97-AF65-F5344CB8AC3E}">
        <p14:creationId xmlns:p14="http://schemas.microsoft.com/office/powerpoint/2010/main" val="38354888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B110A-33BE-F491-C331-6DDFB4468691}"/>
              </a:ext>
            </a:extLst>
          </p:cNvPr>
          <p:cNvSpPr>
            <a:spLocks noGrp="1"/>
          </p:cNvSpPr>
          <p:nvPr>
            <p:ph type="title"/>
          </p:nvPr>
        </p:nvSpPr>
        <p:spPr/>
        <p:txBody>
          <a:bodyPr>
            <a:normAutofit/>
          </a:bodyPr>
          <a:lstStyle/>
          <a:p>
            <a:pPr algn="ctr"/>
            <a:r>
              <a:rPr lang="en-US" sz="4400" dirty="0">
                <a:solidFill>
                  <a:schemeClr val="accent2">
                    <a:lumMod val="75000"/>
                  </a:schemeClr>
                </a:solidFill>
              </a:rPr>
              <a:t>Project aim:</a:t>
            </a:r>
          </a:p>
        </p:txBody>
      </p:sp>
      <p:sp>
        <p:nvSpPr>
          <p:cNvPr id="3" name="Content Placeholder 2">
            <a:extLst>
              <a:ext uri="{FF2B5EF4-FFF2-40B4-BE49-F238E27FC236}">
                <a16:creationId xmlns:a16="http://schemas.microsoft.com/office/drawing/2014/main" id="{98668C5E-115A-7B38-7388-FCBB975D2A6A}"/>
              </a:ext>
            </a:extLst>
          </p:cNvPr>
          <p:cNvSpPr>
            <a:spLocks noGrp="1"/>
          </p:cNvSpPr>
          <p:nvPr>
            <p:ph idx="1"/>
          </p:nvPr>
        </p:nvSpPr>
        <p:spPr/>
        <p:txBody>
          <a:bodyPr>
            <a:normAutofit/>
          </a:bodyPr>
          <a:lstStyle/>
          <a:p>
            <a:r>
              <a:rPr lang="en-US" sz="2400" dirty="0">
                <a:solidFill>
                  <a:schemeClr val="accent2">
                    <a:lumMod val="60000"/>
                    <a:lumOff val="40000"/>
                  </a:schemeClr>
                </a:solidFill>
              </a:rPr>
              <a:t>The project is meant to help farmers/ plant lovers to track their houseplants' care schedule and maintenance history. </a:t>
            </a:r>
          </a:p>
          <a:p>
            <a:r>
              <a:rPr lang="en-US" sz="2400" dirty="0">
                <a:solidFill>
                  <a:schemeClr val="accent2">
                    <a:lumMod val="60000"/>
                    <a:lumOff val="40000"/>
                  </a:schemeClr>
                </a:solidFill>
              </a:rPr>
              <a:t>The plant will fit the user’s need in having their plants data including their locations in the house and it will allow the user to be aware of their need and care frequency.</a:t>
            </a:r>
          </a:p>
          <a:p>
            <a:r>
              <a:rPr lang="en-US" sz="2400" dirty="0">
                <a:solidFill>
                  <a:schemeClr val="accent2">
                    <a:lumMod val="60000"/>
                    <a:lumOff val="40000"/>
                  </a:schemeClr>
                </a:solidFill>
              </a:rPr>
              <a:t>The user will be able to do many activities using the app including adding images for his/her plants.</a:t>
            </a:r>
          </a:p>
        </p:txBody>
      </p:sp>
    </p:spTree>
    <p:extLst>
      <p:ext uri="{BB962C8B-B14F-4D97-AF65-F5344CB8AC3E}">
        <p14:creationId xmlns:p14="http://schemas.microsoft.com/office/powerpoint/2010/main" val="27597367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9B234-0A57-A19B-C023-D11761A0A44E}"/>
              </a:ext>
            </a:extLst>
          </p:cNvPr>
          <p:cNvSpPr>
            <a:spLocks noGrp="1"/>
          </p:cNvSpPr>
          <p:nvPr>
            <p:ph type="title"/>
          </p:nvPr>
        </p:nvSpPr>
        <p:spPr>
          <a:xfrm>
            <a:off x="677334" y="473413"/>
            <a:ext cx="8596668" cy="878732"/>
          </a:xfrm>
        </p:spPr>
        <p:txBody>
          <a:bodyPr>
            <a:normAutofit/>
          </a:bodyPr>
          <a:lstStyle/>
          <a:p>
            <a:pPr algn="ctr"/>
            <a:r>
              <a:rPr lang="en-US" sz="4400" dirty="0">
                <a:solidFill>
                  <a:schemeClr val="accent2">
                    <a:lumMod val="75000"/>
                  </a:schemeClr>
                </a:solidFill>
              </a:rPr>
              <a:t>Project Functionalities: </a:t>
            </a:r>
          </a:p>
        </p:txBody>
      </p:sp>
      <p:sp>
        <p:nvSpPr>
          <p:cNvPr id="3" name="Content Placeholder 2">
            <a:extLst>
              <a:ext uri="{FF2B5EF4-FFF2-40B4-BE49-F238E27FC236}">
                <a16:creationId xmlns:a16="http://schemas.microsoft.com/office/drawing/2014/main" id="{25244BC4-0948-FBD3-262B-708CC80999F3}"/>
              </a:ext>
            </a:extLst>
          </p:cNvPr>
          <p:cNvSpPr>
            <a:spLocks noGrp="1"/>
          </p:cNvSpPr>
          <p:nvPr>
            <p:ph idx="1"/>
          </p:nvPr>
        </p:nvSpPr>
        <p:spPr>
          <a:xfrm>
            <a:off x="677334" y="1695370"/>
            <a:ext cx="8596668" cy="4689217"/>
          </a:xfrm>
        </p:spPr>
        <p:txBody>
          <a:bodyPr/>
          <a:lstStyle/>
          <a:p>
            <a:r>
              <a:rPr lang="en-US" dirty="0">
                <a:solidFill>
                  <a:schemeClr val="accent2">
                    <a:lumMod val="60000"/>
                    <a:lumOff val="40000"/>
                  </a:schemeClr>
                </a:solidFill>
              </a:rPr>
              <a:t>Add a new plant to the collection: allow the user to add a new plant</a:t>
            </a:r>
          </a:p>
          <a:p>
            <a:r>
              <a:rPr lang="en-US" dirty="0">
                <a:solidFill>
                  <a:schemeClr val="accent2">
                    <a:lumMod val="60000"/>
                    <a:lumOff val="40000"/>
                  </a:schemeClr>
                </a:solidFill>
              </a:rPr>
              <a:t> Record a plant care activity: allow the user to chose a plant and check if it needs any attention.</a:t>
            </a:r>
          </a:p>
          <a:p>
            <a:r>
              <a:rPr lang="en-US" dirty="0">
                <a:solidFill>
                  <a:schemeClr val="accent2">
                    <a:lumMod val="60000"/>
                    <a:lumOff val="40000"/>
                  </a:schemeClr>
                </a:solidFill>
              </a:rPr>
              <a:t>View plants due for care : allow the user to enter the care type he/she made to a specific plant.</a:t>
            </a:r>
          </a:p>
          <a:p>
            <a:r>
              <a:rPr lang="en-US" dirty="0">
                <a:solidFill>
                  <a:schemeClr val="accent2">
                    <a:lumMod val="60000"/>
                    <a:lumOff val="40000"/>
                  </a:schemeClr>
                </a:solidFill>
              </a:rPr>
              <a:t>Search plants by name or location: allow the user to search for a plant by entering the plant name or location.</a:t>
            </a:r>
          </a:p>
          <a:p>
            <a:r>
              <a:rPr lang="en-US" dirty="0">
                <a:solidFill>
                  <a:schemeClr val="accent2">
                    <a:lumMod val="60000"/>
                    <a:lumOff val="40000"/>
                  </a:schemeClr>
                </a:solidFill>
              </a:rPr>
              <a:t>View all plants : allow the user to view all plants in his/her collection.</a:t>
            </a:r>
          </a:p>
          <a:p>
            <a:r>
              <a:rPr lang="en-US" dirty="0">
                <a:solidFill>
                  <a:schemeClr val="accent2">
                    <a:lumMod val="60000"/>
                    <a:lumOff val="40000"/>
                  </a:schemeClr>
                </a:solidFill>
              </a:rPr>
              <a:t> Add photo for a plan: allow the user to add an image path for a specific plant.</a:t>
            </a:r>
          </a:p>
          <a:p>
            <a:r>
              <a:rPr lang="en-US" dirty="0">
                <a:solidFill>
                  <a:schemeClr val="accent2">
                    <a:lumMod val="60000"/>
                    <a:lumOff val="40000"/>
                  </a:schemeClr>
                </a:solidFill>
              </a:rPr>
              <a:t> ask the program for diagnosis and symptoms: allow the user to choose between the symptoms to see the diagnosis and solutions.</a:t>
            </a:r>
          </a:p>
        </p:txBody>
      </p:sp>
    </p:spTree>
    <p:extLst>
      <p:ext uri="{BB962C8B-B14F-4D97-AF65-F5344CB8AC3E}">
        <p14:creationId xmlns:p14="http://schemas.microsoft.com/office/powerpoint/2010/main" val="219827931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35</TotalTime>
  <Words>243</Words>
  <Application>Microsoft Office PowerPoint</Application>
  <PresentationFormat>Widescreen</PresentationFormat>
  <Paragraphs>19</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Trebuchet MS</vt:lpstr>
      <vt:lpstr>Wingdings 3</vt:lpstr>
      <vt:lpstr>Facet</vt:lpstr>
      <vt:lpstr>Plant care tracker app</vt:lpstr>
      <vt:lpstr>Project aim:</vt:lpstr>
      <vt:lpstr>Project Functionalities: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Abdulla Qatoura</dc:creator>
  <cp:lastModifiedBy>Abdulla Qatoura</cp:lastModifiedBy>
  <cp:revision>3</cp:revision>
  <dcterms:created xsi:type="dcterms:W3CDTF">2026-04-14T07:21:34Z</dcterms:created>
  <dcterms:modified xsi:type="dcterms:W3CDTF">2026-04-14T07:56:38Z</dcterms:modified>
</cp:coreProperties>
</file>